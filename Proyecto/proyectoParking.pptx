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39943e328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39943e328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39943e328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39943e328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39943e328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39943e328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39943e328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39943e328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39943e328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539943e328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39943e328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39943e328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39943e328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539943e328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539943e328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539943e328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539943e328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539943e328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39943e328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539943e328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39943e328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539943e328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539943e328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539943e328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2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C25aocSX86SofBAqWM2FUOW7UbsSfe2e/view" TargetMode="External"/><Relationship Id="rId4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25.jpg"/><Relationship Id="rId5" Type="http://schemas.openxmlformats.org/officeDocument/2006/relationships/image" Target="../media/image2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yKb_PNImpfqBPlpw9rO6K9iRETrFal9C/view" TargetMode="External"/><Relationship Id="rId4" Type="http://schemas.openxmlformats.org/officeDocument/2006/relationships/image" Target="../media/image8.jpg"/><Relationship Id="rId5" Type="http://schemas.openxmlformats.org/officeDocument/2006/relationships/hyperlink" Target="http://drive.google.com/file/d/1yQFkWEGWAwgYVsJ7jlArGGaIQh-Ul4ga/view" TargetMode="External"/><Relationship Id="rId6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3.jpg"/><Relationship Id="rId11" Type="http://schemas.openxmlformats.org/officeDocument/2006/relationships/image" Target="../media/image27.jpg"/><Relationship Id="rId10" Type="http://schemas.openxmlformats.org/officeDocument/2006/relationships/image" Target="../media/image31.jpg"/><Relationship Id="rId9" Type="http://schemas.openxmlformats.org/officeDocument/2006/relationships/image" Target="../media/image26.jpg"/><Relationship Id="rId5" Type="http://schemas.openxmlformats.org/officeDocument/2006/relationships/image" Target="../media/image19.jpg"/><Relationship Id="rId6" Type="http://schemas.openxmlformats.org/officeDocument/2006/relationships/image" Target="../media/image24.jpg"/><Relationship Id="rId7" Type="http://schemas.openxmlformats.org/officeDocument/2006/relationships/image" Target="../media/image28.jpg"/><Relationship Id="rId8" Type="http://schemas.openxmlformats.org/officeDocument/2006/relationships/image" Target="../media/image3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zqv4GpOFTMGAXvGYd3BDaOeKoXtjJFAX/view" TargetMode="External"/><Relationship Id="rId4" Type="http://schemas.openxmlformats.org/officeDocument/2006/relationships/image" Target="../media/image16.jpg"/><Relationship Id="rId5" Type="http://schemas.openxmlformats.org/officeDocument/2006/relationships/hyperlink" Target="http://drive.google.com/file/d/1zuThl5jw_LCRj628x1iyhgllNKXrYBd5/view" TargetMode="External"/><Relationship Id="rId6" Type="http://schemas.openxmlformats.org/officeDocument/2006/relationships/image" Target="../media/image1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youtube.com/watch?v=2918sSKOghc" TargetMode="External"/><Relationship Id="rId4" Type="http://schemas.openxmlformats.org/officeDocument/2006/relationships/hyperlink" Target="https://www.youtube.com/watch?v=HQqwLuJ1pbo" TargetMode="External"/><Relationship Id="rId5" Type="http://schemas.openxmlformats.org/officeDocument/2006/relationships/hyperlink" Target="https://swad.ugr.es/swad/tmp/lt/Oiyzlz30-_GIlL0Ce8GeNLOh2Z8n4Gyw4Tqjw2o_o/P3-Arduino.pdf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78125" y="2928750"/>
            <a:ext cx="8631300" cy="17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PROYECTO FINAL DE</a:t>
            </a:r>
            <a:r>
              <a:rPr lang="es"/>
              <a:t> PDIH</a:t>
            </a:r>
            <a:endParaRPr/>
          </a:p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</a:t>
            </a:r>
            <a:r>
              <a:rPr lang="es"/>
              <a:t>ARKING</a:t>
            </a:r>
            <a:endParaRPr/>
          </a:p>
        </p:txBody>
      </p:sp>
      <p:pic>
        <p:nvPicPr>
          <p:cNvPr id="135" name="Google Shape;13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6360" y="1009875"/>
            <a:ext cx="2554829" cy="170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7499" y="1009876"/>
            <a:ext cx="2370471" cy="170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Índice</a:t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Introducción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Motivación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Diseño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Parking simulado en Tinkercad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Parking con Arduino IDE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Maqueta del proyecto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Conclusiones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Bibliografía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32745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"/>
              <a:t>Introducción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375775" y="2172475"/>
            <a:ext cx="4881600" cy="142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/>
              <a:t>¿Problema real?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000"/>
              <a:t> Soluciones pequeñas pero necesarias.</a:t>
            </a:r>
            <a:endParaRPr sz="2000"/>
          </a:p>
        </p:txBody>
      </p:sp>
      <p:pic>
        <p:nvPicPr>
          <p:cNvPr id="149" name="Google Shape;14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6387" y="3593300"/>
            <a:ext cx="1159475" cy="11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9075" y="2114700"/>
            <a:ext cx="914100" cy="91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 rot="5400000">
            <a:off x="6034075" y="3120488"/>
            <a:ext cx="464100" cy="481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7018400" y="3932275"/>
            <a:ext cx="464100" cy="481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53" name="Google Shape;15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3075" y="3593301"/>
            <a:ext cx="1159475" cy="115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09082" y="393762"/>
            <a:ext cx="914100" cy="914088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/>
          <p:cNvSpPr/>
          <p:nvPr/>
        </p:nvSpPr>
        <p:spPr>
          <a:xfrm rot="5400000">
            <a:off x="6034063" y="1470513"/>
            <a:ext cx="464100" cy="481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2. Motivación </a:t>
            </a:r>
            <a:endParaRPr/>
          </a:p>
        </p:txBody>
      </p:sp>
      <p:sp>
        <p:nvSpPr>
          <p:cNvPr id="161" name="Google Shape;161;p16"/>
          <p:cNvSpPr txBox="1"/>
          <p:nvPr>
            <p:ph idx="1" type="body"/>
          </p:nvPr>
        </p:nvSpPr>
        <p:spPr>
          <a:xfrm>
            <a:off x="742875" y="2266850"/>
            <a:ext cx="2744100" cy="16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/>
              <a:t>¿Por qué un Parking?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900"/>
              <a:t>¿Por qué Tinkercad?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900"/>
              <a:t>¿Por </a:t>
            </a:r>
            <a:r>
              <a:rPr lang="es" sz="1900"/>
              <a:t>qué</a:t>
            </a:r>
            <a:r>
              <a:rPr lang="es" sz="1900"/>
              <a:t> Arduino?</a:t>
            </a:r>
            <a:endParaRPr sz="1900"/>
          </a:p>
        </p:txBody>
      </p:sp>
      <p:pic>
        <p:nvPicPr>
          <p:cNvPr id="162" name="Google Shape;16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1700" y="0"/>
            <a:ext cx="1632300" cy="163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 title="como-pregunta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0175" y="1943875"/>
            <a:ext cx="20955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3. Diseño</a:t>
            </a:r>
            <a:endParaRPr/>
          </a:p>
        </p:txBody>
      </p:sp>
      <p:pic>
        <p:nvPicPr>
          <p:cNvPr id="169" name="Google Shape;16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671350"/>
            <a:ext cx="2661350" cy="147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5842" y="3671350"/>
            <a:ext cx="2778158" cy="147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30463" y="1307850"/>
            <a:ext cx="3572476" cy="208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4. Parking simulado en Tinkercad </a:t>
            </a:r>
            <a:endParaRPr/>
          </a:p>
        </p:txBody>
      </p:sp>
      <p:pic>
        <p:nvPicPr>
          <p:cNvPr id="177" name="Google Shape;177;p18" title="proyectoParkingTinkercad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600" y="1399950"/>
            <a:ext cx="7792219" cy="353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5. Parking con Arduino IDE (I)</a:t>
            </a:r>
            <a:endParaRPr/>
          </a:p>
        </p:txBody>
      </p:sp>
      <p:pic>
        <p:nvPicPr>
          <p:cNvPr id="183" name="Google Shape;18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8429" y="0"/>
            <a:ext cx="2125576" cy="14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098" y="2065275"/>
            <a:ext cx="3570652" cy="266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2065275"/>
            <a:ext cx="3544750" cy="266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5. Parking con Arduino IDE (II)</a:t>
            </a:r>
            <a:endParaRPr/>
          </a:p>
        </p:txBody>
      </p:sp>
      <p:pic>
        <p:nvPicPr>
          <p:cNvPr id="191" name="Google Shape;191;p20" title="proyectoParkingFisic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625" y="2571750"/>
            <a:ext cx="3655877" cy="205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 title="incendiofisico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92600" y="2569593"/>
            <a:ext cx="3655874" cy="2060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6. Maqueta del proyecto (I)</a:t>
            </a:r>
            <a:endParaRPr/>
          </a:p>
        </p:txBody>
      </p:sp>
      <p:pic>
        <p:nvPicPr>
          <p:cNvPr id="198" name="Google Shape;19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8429" y="0"/>
            <a:ext cx="2125576" cy="14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title="20250504_21005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5448934" y="1918134"/>
            <a:ext cx="1395675" cy="186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 title="20250504_210127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8025" y="2133850"/>
            <a:ext cx="1905966" cy="142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 title="20250504_210133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16325" y="3789031"/>
            <a:ext cx="1802102" cy="1351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 title="20250504_210142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19375" y="3811075"/>
            <a:ext cx="1802102" cy="1351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 title="20250504_210313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48225" y="3800050"/>
            <a:ext cx="1772698" cy="1329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 title="20250504_210307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-1" y="3811067"/>
            <a:ext cx="1772698" cy="13295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title="20250504_210301.jp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033524" y="2172800"/>
            <a:ext cx="1802102" cy="1351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 title="20250504_210247.jp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-5400000">
            <a:off x="224525" y="1952651"/>
            <a:ext cx="1347199" cy="179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6. Maqueta del proyecto (II)</a:t>
            </a:r>
            <a:endParaRPr/>
          </a:p>
        </p:txBody>
      </p:sp>
      <p:pic>
        <p:nvPicPr>
          <p:cNvPr id="212" name="Google Shape;212;p22" title="proyectoParkingMaqueta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475" y="2350216"/>
            <a:ext cx="3797227" cy="21359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2" title="proyectoParkingMaquetaIncendio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69901" y="2347973"/>
            <a:ext cx="3797225" cy="2140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7. Conclusiones</a:t>
            </a:r>
            <a:endParaRPr/>
          </a:p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1159875" y="1567550"/>
            <a:ext cx="7451100" cy="64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700"/>
              <a:t>Sincronizando tecnología y creatividad, revolucionamos el estacionamiento.</a:t>
            </a:r>
            <a:endParaRPr sz="1700"/>
          </a:p>
        </p:txBody>
      </p:sp>
      <p:pic>
        <p:nvPicPr>
          <p:cNvPr id="220" name="Google Shape;2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8300" y="2741750"/>
            <a:ext cx="2247400" cy="126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2000" y="2741750"/>
            <a:ext cx="2017042" cy="126065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/>
          <p:nvPr/>
        </p:nvSpPr>
        <p:spPr>
          <a:xfrm>
            <a:off x="2775525" y="3094725"/>
            <a:ext cx="576300" cy="554700"/>
          </a:xfrm>
          <a:prstGeom prst="mathPlus">
            <a:avLst>
              <a:gd fmla="val 23520" name="adj1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5792175" y="3094725"/>
            <a:ext cx="687300" cy="5547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4" name="Google Shape;22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75950" y="2741750"/>
            <a:ext cx="2329917" cy="1310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8. Bibliografía</a:t>
            </a:r>
            <a:endParaRPr/>
          </a:p>
        </p:txBody>
      </p:sp>
      <p:sp>
        <p:nvSpPr>
          <p:cNvPr id="230" name="Google Shape;230;p24"/>
          <p:cNvSpPr txBox="1"/>
          <p:nvPr>
            <p:ph idx="1" type="body"/>
          </p:nvPr>
        </p:nvSpPr>
        <p:spPr>
          <a:xfrm>
            <a:off x="1297500" y="1567550"/>
            <a:ext cx="7038900" cy="276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https://www.youtube.com/watch?v=2918sSKOghc</a:t>
            </a:r>
            <a:endParaRPr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https://www.youtube.com/watch?v=HQqwLuJ1pbo</a:t>
            </a:r>
            <a:endParaRPr sz="15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rgbClr val="FFFF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https://swad.ugr.es/swad/tmp/lt/Oiyzlz30-_GIlL0Ce8GeNLOh2Z8n4Gyw4Tqjw2o_o/P3-Arduino.pdf</a:t>
            </a:r>
            <a:endParaRPr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 txBox="1"/>
          <p:nvPr>
            <p:ph type="title"/>
          </p:nvPr>
        </p:nvSpPr>
        <p:spPr>
          <a:xfrm>
            <a:off x="1316550" y="624313"/>
            <a:ext cx="6510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MUCHAS GRACIAS POR SU ATENCIÓN</a:t>
            </a:r>
            <a:endParaRPr/>
          </a:p>
        </p:txBody>
      </p:sp>
      <p:pic>
        <p:nvPicPr>
          <p:cNvPr id="236" name="Google Shape;2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1713" y="1796500"/>
            <a:ext cx="2880566" cy="216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